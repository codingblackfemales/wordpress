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presProps" Target="presProps.xml"/>
  <Relationship Id="rId9" Type="http://schemas.openxmlformats.org/officeDocument/2006/relationships/viewProps" Target="viewProps.xml"/>
  <Relationship Id="rId10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7591183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2cee0a06915d1ea9e6714c4d02bbb4ac1.png"/>
  <Relationship Id="rId3" Type="http://schemas.openxmlformats.org/officeDocument/2006/relationships/image" Target="../media/53dade3a8ededed13444327da21d532b2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571500" y="285750"/>
          <a:ext cx="8572500" cy="857250"/>
          <a:chOff x="571500" y="285750"/>
          <a:chExt cx="8572500" cy="857250"/>
        </a:xfrm>
      </p:grpSpPr>
      <p:sp>
        <p:nvSpPr>
          <p:cNvPr id="2" name="Placeholder for title"/>
          <p:cNvSpPr txBox="1"/>
          <p:nvPr>
            <p:ph type="title"/>
          </p:nvPr>
        </p:nvSpPr>
        <p:spPr>
          <a:xfrm>
            <a:off x="571500" y="285750"/>
            <a:ext cx="8001000" cy="571500"/>
          </a:xfrm>
          <a:prstGeom prst="rect">
            <a:avLst/>
          </a:prstGeom>
          <a:noFill/>
        </p:spPr>
        <p:txBody>
          <a:bodyPr/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32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Fixture Deck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571500" y="285750"/>
          <a:ext cx="8572500" cy="3238500"/>
          <a:chOff x="571500" y="285750"/>
          <a:chExt cx="8572500" cy="3238500"/>
        </a:xfrm>
      </p:grpSpPr>
      <p:sp>
        <p:nvSpPr>
          <p:cNvPr id="2" name="Placeholder for title"/>
          <p:cNvSpPr txBox="1"/>
          <p:nvPr>
            <p:ph type="title"/>
          </p:nvPr>
        </p:nvSpPr>
        <p:spPr>
          <a:xfrm>
            <a:off x="571500" y="285750"/>
            <a:ext cx="8001000" cy="571500"/>
          </a:xfrm>
          <a:prstGeom prst="rect">
            <a:avLst/>
          </a:prstGeom>
          <a:noFill/>
        </p:spPr>
        <p:txBody>
          <a:bodyPr/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32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Two Columns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71500" y="1333500"/>
            <a:ext cx="3619500" cy="1905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Left body text.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53000" y="1333500"/>
            <a:ext cx="3619500" cy="1905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Right body text.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571500" y="285750"/>
          <a:ext cx="8572500" cy="3619500"/>
          <a:chOff x="571500" y="285750"/>
          <a:chExt cx="8572500" cy="3619500"/>
        </a:xfrm>
      </p:grpSpPr>
      <p:sp>
        <p:nvSpPr>
          <p:cNvPr id="2" name="Placeholder for title"/>
          <p:cNvSpPr txBox="1"/>
          <p:nvPr>
            <p:ph type="title"/>
          </p:nvPr>
        </p:nvSpPr>
        <p:spPr>
          <a:xfrm>
            <a:off x="571500" y="285750"/>
            <a:ext cx="8001000" cy="571500"/>
          </a:xfrm>
          <a:prstGeom prst="rect">
            <a:avLst/>
          </a:prstGeom>
          <a:noFill/>
        </p:spPr>
        <p:txBody>
          <a:bodyPr/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32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Bullets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71500" y="1333500"/>
            <a:ext cx="8001000" cy="2286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First item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Second item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composer install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Run ]]></a:t>
            </a:r>
            <a:r>
              <a:rPr lang="en-US" strike="noStrike" sz="18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npm test]]></a:t>
            </a:r>
            <a:r>
              <a:rPr lang="en-US" strike="noStrike" sz="18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 first.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571500" y="285750"/>
          <a:ext cx="8572500" cy="3238500"/>
          <a:chOff x="571500" y="285750"/>
          <a:chExt cx="8572500" cy="3238500"/>
        </a:xfrm>
      </p:grpSpPr>
      <p:sp>
        <p:nvSpPr>
          <p:cNvPr id="2" name="Placeholder for title"/>
          <p:cNvSpPr txBox="1"/>
          <p:nvPr>
            <p:ph type="title"/>
          </p:nvPr>
        </p:nvSpPr>
        <p:spPr>
          <a:xfrm>
            <a:off x="571500" y="285750"/>
            <a:ext cx="8001000" cy="571500"/>
          </a:xfrm>
          <a:prstGeom prst="rect">
            <a:avLst/>
          </a:prstGeom>
          <a:noFill/>
        </p:spPr>
        <p:txBody>
          <a:bodyPr/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32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Hidden Slide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71500" y="1333500"/>
            <a:ext cx="8001000" cy="1905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Must not be imported.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571500" y="285750"/>
          <a:ext cx="8763000" cy="4953000"/>
          <a:chOff x="571500" y="285750"/>
          <a:chExt cx="8763000" cy="4953000"/>
        </a:xfrm>
      </p:grpSpPr>
      <p:sp>
        <p:nvSpPr>
          <p:cNvPr id="2" name="Placeholder for title"/>
          <p:cNvSpPr txBox="1"/>
          <p:nvPr>
            <p:ph type="title"/>
          </p:nvPr>
        </p:nvSpPr>
        <p:spPr>
          <a:xfrm>
            <a:off x="571500" y="285750"/>
            <a:ext cx="8001000" cy="571500"/>
          </a:xfrm>
          <a:prstGeom prst="rect">
            <a:avLst/>
          </a:prstGeom>
          <a:noFill/>
        </p:spPr>
        <p:txBody>
          <a:bodyPr/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32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With Images]]></a:t>
            </a:r>
          </a:p>
        </p:txBody>
      </p:sp>
      <p:pic>
        <p:nvPicPr>
          <p:cNvPr id="3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333500"/>
            <a:ext cx="1524000" cy="1143000"/>
          </a:xfrm>
          <a:prstGeom prst="rect">
            <a:avLst/>
          </a:prstGeom>
          <a:noFill/>
        </p:spPr>
      </p:pic>
      <p:pic>
        <p:nvPicPr>
          <p:cNvPr id="4" name="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4667250"/>
            <a:ext cx="381000" cy="2857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10">
  <a:themeElements>
    <a:clrScheme name="Theme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1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5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2026-09-05T02:21:50Z</dcterms:created>
  <dcterms:modified xsi:type="dcterms:W3CDTF">2026-09-05T02:21:50Z</dcterms:modified>
  <dc:title>Untitled Presentation</dc:title>
  <dc:description/>
  <dc:subject/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